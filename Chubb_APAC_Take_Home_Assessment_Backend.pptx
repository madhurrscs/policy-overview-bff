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6" r:id="rId3"/>
    <p:sldId id="257" r:id="rId4"/>
    <p:sldId id="258" r:id="rId5"/>
    <p:sldId id="259" r:id="rId6"/>
    <p:sldId id="260" r:id="rId7"/>
    <p:sldId id="261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9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13614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7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 Design &amp;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Click to add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GIT details &amp; working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Click to add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API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Click to add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Working Journal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Click to add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Click to add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686267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Madhu</cp:lastModifiedBy>
  <cp:revision>2</cp:revision>
  <dcterms:created xsi:type="dcterms:W3CDTF">2013-01-27T09:14:16Z</dcterms:created>
  <dcterms:modified xsi:type="dcterms:W3CDTF">2026-06-09T10:52:32Z</dcterms:modified>
  <cp:category/>
</cp:coreProperties>
</file>